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8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730A8-1378-4C99-8E3F-6AAEB48B6F7A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D490E-8BE8-4E5D-9EFA-FD63CE65AF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9566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730A8-1378-4C99-8E3F-6AAEB48B6F7A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D490E-8BE8-4E5D-9EFA-FD63CE65AF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0551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730A8-1378-4C99-8E3F-6AAEB48B6F7A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D490E-8BE8-4E5D-9EFA-FD63CE65AF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7052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730A8-1378-4C99-8E3F-6AAEB48B6F7A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D490E-8BE8-4E5D-9EFA-FD63CE65AF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571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730A8-1378-4C99-8E3F-6AAEB48B6F7A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D490E-8BE8-4E5D-9EFA-FD63CE65AF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4162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730A8-1378-4C99-8E3F-6AAEB48B6F7A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D490E-8BE8-4E5D-9EFA-FD63CE65AF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065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730A8-1378-4C99-8E3F-6AAEB48B6F7A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D490E-8BE8-4E5D-9EFA-FD63CE65AF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390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730A8-1378-4C99-8E3F-6AAEB48B6F7A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D490E-8BE8-4E5D-9EFA-FD63CE65AF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0991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730A8-1378-4C99-8E3F-6AAEB48B6F7A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D490E-8BE8-4E5D-9EFA-FD63CE65AF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3652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730A8-1378-4C99-8E3F-6AAEB48B6F7A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D490E-8BE8-4E5D-9EFA-FD63CE65AF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5200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730A8-1378-4C99-8E3F-6AAEB48B6F7A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D490E-8BE8-4E5D-9EFA-FD63CE65AF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9759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8730A8-1378-4C99-8E3F-6AAEB48B6F7A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1D490E-8BE8-4E5D-9EFA-FD63CE65AF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6103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993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173962" y="1225631"/>
            <a:ext cx="6360368" cy="530911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/>
          <p:cNvSpPr/>
          <p:nvPr/>
        </p:nvSpPr>
        <p:spPr>
          <a:xfrm>
            <a:off x="3581787" y="2102707"/>
            <a:ext cx="5544717" cy="443204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/>
          <p:cNvSpPr/>
          <p:nvPr/>
        </p:nvSpPr>
        <p:spPr>
          <a:xfrm>
            <a:off x="6174818" y="3703298"/>
            <a:ext cx="2085976" cy="186612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/>
          <p:cNvSpPr/>
          <p:nvPr/>
        </p:nvSpPr>
        <p:spPr>
          <a:xfrm>
            <a:off x="4532537" y="3682691"/>
            <a:ext cx="2076647" cy="186612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5351103" y="679015"/>
            <a:ext cx="2136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Artificial Intelligence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5285789" y="1528101"/>
            <a:ext cx="2136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Machine Learning</a:t>
            </a:r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5327774" y="2368638"/>
            <a:ext cx="2136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Deep Learning</a:t>
            </a:r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4697186" y="4431086"/>
            <a:ext cx="1507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Generative AI</a:t>
            </a:r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7010397" y="4431085"/>
            <a:ext cx="1507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Agentic AI</a:t>
            </a:r>
            <a:endParaRPr lang="en-IN" dirty="0"/>
          </a:p>
        </p:txBody>
      </p:sp>
      <p:sp>
        <p:nvSpPr>
          <p:cNvPr id="14" name="Rectangle 13"/>
          <p:cNvSpPr/>
          <p:nvPr/>
        </p:nvSpPr>
        <p:spPr>
          <a:xfrm>
            <a:off x="818758" y="621665"/>
            <a:ext cx="1726163" cy="84053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Generative Adverbial Network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32849" y="1594572"/>
            <a:ext cx="1726163" cy="84053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tx1"/>
                </a:solidFill>
              </a:rPr>
              <a:t>Variational</a:t>
            </a:r>
            <a:r>
              <a:rPr lang="en-US" dirty="0" smtClean="0">
                <a:solidFill>
                  <a:schemeClr val="tx1"/>
                </a:solidFill>
              </a:rPr>
              <a:t> Auto Encoders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49861" y="2619775"/>
            <a:ext cx="1726163" cy="84053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Energy Based Models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42863" y="4558401"/>
            <a:ext cx="1726163" cy="84053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Autoregressive Models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32850" y="3533198"/>
            <a:ext cx="1726163" cy="84053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Flow Based Model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49861" y="5519463"/>
            <a:ext cx="1726163" cy="84053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Diffusion Models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0279906" y="3652189"/>
            <a:ext cx="1726163" cy="84053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 Agent to Agent(A2A) 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0279906" y="2619775"/>
            <a:ext cx="1726163" cy="84053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 Model Context Protocols(MCPs)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0279906" y="4730062"/>
            <a:ext cx="1726163" cy="84053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Multi Agent Systems(MASs)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5" name="Right Brace 24"/>
          <p:cNvSpPr/>
          <p:nvPr/>
        </p:nvSpPr>
        <p:spPr>
          <a:xfrm>
            <a:off x="2544921" y="1048347"/>
            <a:ext cx="1987616" cy="4923245"/>
          </a:xfrm>
          <a:prstGeom prst="rightBrace">
            <a:avLst>
              <a:gd name="adj1" fmla="val 8333"/>
              <a:gd name="adj2" fmla="val 72932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Left Brace 25"/>
          <p:cNvSpPr/>
          <p:nvPr/>
        </p:nvSpPr>
        <p:spPr>
          <a:xfrm>
            <a:off x="8350898" y="3060442"/>
            <a:ext cx="1929008" cy="2099388"/>
          </a:xfrm>
          <a:prstGeom prst="leftBrace">
            <a:avLst>
              <a:gd name="adj1" fmla="val 8333"/>
              <a:gd name="adj2" fmla="val 79778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Oval 27"/>
          <p:cNvSpPr/>
          <p:nvPr/>
        </p:nvSpPr>
        <p:spPr>
          <a:xfrm>
            <a:off x="7599294" y="2237917"/>
            <a:ext cx="751604" cy="7637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Oval 28"/>
          <p:cNvSpPr/>
          <p:nvPr/>
        </p:nvSpPr>
        <p:spPr>
          <a:xfrm>
            <a:off x="4480194" y="2912425"/>
            <a:ext cx="751604" cy="7637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TextBox 29"/>
          <p:cNvSpPr txBox="1"/>
          <p:nvPr/>
        </p:nvSpPr>
        <p:spPr>
          <a:xfrm>
            <a:off x="7729443" y="2435791"/>
            <a:ext cx="621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NLP</a:t>
            </a:r>
            <a:endParaRPr lang="en-IN" dirty="0"/>
          </a:p>
        </p:txBody>
      </p:sp>
      <p:sp>
        <p:nvSpPr>
          <p:cNvPr id="31" name="TextBox 30"/>
          <p:cNvSpPr txBox="1"/>
          <p:nvPr/>
        </p:nvSpPr>
        <p:spPr>
          <a:xfrm>
            <a:off x="4610343" y="3122998"/>
            <a:ext cx="621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CV</a:t>
            </a:r>
            <a:endParaRPr lang="en-IN" dirty="0"/>
          </a:p>
        </p:txBody>
      </p:sp>
      <p:sp>
        <p:nvSpPr>
          <p:cNvPr id="32" name="Oval 31"/>
          <p:cNvSpPr/>
          <p:nvPr/>
        </p:nvSpPr>
        <p:spPr>
          <a:xfrm>
            <a:off x="2698293" y="404227"/>
            <a:ext cx="7151916" cy="625794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35" name="Group 34"/>
          <p:cNvGrpSpPr/>
          <p:nvPr/>
        </p:nvGrpSpPr>
        <p:grpSpPr>
          <a:xfrm>
            <a:off x="3710322" y="1959000"/>
            <a:ext cx="1366598" cy="716904"/>
            <a:chOff x="9699508" y="968619"/>
            <a:chExt cx="1366598" cy="716904"/>
          </a:xfrm>
        </p:grpSpPr>
        <p:sp>
          <p:nvSpPr>
            <p:cNvPr id="33" name="Oval 32"/>
            <p:cNvSpPr/>
            <p:nvPr/>
          </p:nvSpPr>
          <p:spPr>
            <a:xfrm>
              <a:off x="9699508" y="968619"/>
              <a:ext cx="1366598" cy="71690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9829657" y="1179192"/>
              <a:ext cx="11618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Analytics</a:t>
              </a:r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33354237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43</Words>
  <Application>Microsoft Office PowerPoint</Application>
  <PresentationFormat>Widescreen</PresentationFormat>
  <Paragraphs>17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4</cp:revision>
  <dcterms:created xsi:type="dcterms:W3CDTF">2025-11-30T14:48:12Z</dcterms:created>
  <dcterms:modified xsi:type="dcterms:W3CDTF">2025-12-01T11:39:08Z</dcterms:modified>
</cp:coreProperties>
</file>